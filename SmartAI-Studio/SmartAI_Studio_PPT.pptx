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2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8732520" y="1097280"/>
            <a:ext cx="1051560" cy="68580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20000">
            <a:off x="9555480" y="1874519"/>
            <a:ext cx="1051560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10378440" y="2651760"/>
            <a:ext cx="1051560" cy="6858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9281160" y="3657600"/>
            <a:ext cx="1051560" cy="68580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09765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🤖 </a:t>
            </a:r>
            <a:r>
              <a:rPr lang="en-US"/>
              <a:t> </a:t>
            </a:r>
            <a:r>
              <a:t>SmartAI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7486650" cy="12249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300">
                <a:solidFill>
                  <a:srgbClr val="00BFFF"/>
                </a:solidFill>
              </a:defRPr>
            </a:pPr>
            <a:r>
              <a:rPr lang="en-US"/>
              <a:t>  Domain  -  </a:t>
            </a:r>
            <a:r>
              <a:t>An All-in-One AI-Powered Web Application</a:t>
            </a:r>
          </a:p>
          <a:p>
            <a:pPr>
              <a:defRPr sz="2300">
                <a:solidFill>
                  <a:srgbClr val="00BFFF"/>
                </a:solidFill>
              </a:defRPr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lang="en-US"/>
              <a:t>   </a:t>
            </a:r>
            <a:r>
              <a:rPr lang="en-US" sz="1600"/>
              <a:t> </a:t>
            </a:r>
            <a:r>
              <a:rPr sz="1600"/>
              <a:t>Django-based platform integrating multiple AI tools into one user-friendly interface.</a:t>
            </a:r>
            <a:r>
              <a:rPr lang="en-US" sz="1600"/>
              <a:t>                               </a:t>
            </a:r>
            <a:endParaRPr 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204787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FC9FF"/>
                </a:solidFill>
              </a:defRPr>
            </a:pPr>
            <a:r>
              <a:t>AI • Web Development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1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9826625" y="6106160"/>
            <a:ext cx="210121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rgbClr val="FFC000"/>
                </a:solidFill>
              </a:rPr>
              <a:t>   Shrutika  Bartakke </a:t>
            </a:r>
            <a:endParaRPr 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A single platform for multiple everyday AI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</a:defRPr>
            </a:pPr>
            <a:r>
              <a:t>SmartAI Studio brings several AI-powered utilities together in one Django web application.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</a:defRPr>
            </a:pPr>
            <a:r>
              <a:t>Users can generate content, create media, process speech, build resumes, translate text, and interact with an AI chatbot.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</a:defRPr>
            </a:pPr>
            <a:r>
              <a:t>The application combines Django authentication, external AI APIs, and Python libraries.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</a:defRPr>
            </a:pPr>
            <a:r>
              <a:t>The goal is to reduce the need to switch between multiple separate AI platforms.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1148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Users often depend on different applications for writing, speech conversion, image/video generation, translation, resumes, and chatbot assistance.</a:t>
            </a:r>
            <a:br/>
            <a:br/>
            <a:r>
              <a:t>Switching between tools can be time-consuming and creates a fragmented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1148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64008" cy="4114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SmartAI Studio provides a centralized AI workspace where these capabilities are accessible through one consistent web interface.</a:t>
            </a:r>
            <a:br/>
            <a:br/>
            <a:r>
              <a:t>Django manages the application, authentication, data flow, and integration with AI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Nine major modules available from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143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Text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9" name="Oval 8"/>
          <p:cNvSpPr/>
          <p:nvPr/>
        </p:nvSpPr>
        <p:spPr>
          <a:xfrm>
            <a:off x="3383280" y="1581785"/>
            <a:ext cx="594360" cy="39370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09090"/>
            <a:ext cx="594360" cy="3746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6400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Text To Speech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842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15" name="Oval 14"/>
          <p:cNvSpPr/>
          <p:nvPr/>
        </p:nvSpPr>
        <p:spPr>
          <a:xfrm>
            <a:off x="7178040" y="1581785"/>
            <a:ext cx="594360" cy="403225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609090"/>
            <a:ext cx="59436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2588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2588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Speech To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842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0" y="1581785"/>
            <a:ext cx="594360" cy="3937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1609090"/>
            <a:ext cx="594360" cy="3765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834639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834639"/>
            <a:ext cx="64008" cy="1143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Image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9300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27" name="Oval 26"/>
          <p:cNvSpPr/>
          <p:nvPr/>
        </p:nvSpPr>
        <p:spPr>
          <a:xfrm>
            <a:off x="3383280" y="3090545"/>
            <a:ext cx="594360" cy="329565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118485"/>
            <a:ext cx="594360" cy="383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834639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2834639"/>
            <a:ext cx="6400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Video Generator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49300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3090545"/>
            <a:ext cx="594360" cy="4635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117850"/>
            <a:ext cx="594360" cy="3022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2834639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2834639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Resume 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49300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39" name="Oval 38"/>
          <p:cNvSpPr/>
          <p:nvPr/>
        </p:nvSpPr>
        <p:spPr>
          <a:xfrm>
            <a:off x="10972800" y="3090545"/>
            <a:ext cx="594360" cy="3784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3117850"/>
            <a:ext cx="594360" cy="282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34340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4343400"/>
            <a:ext cx="64008" cy="1143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Translator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45" name="Oval 44"/>
          <p:cNvSpPr/>
          <p:nvPr/>
        </p:nvSpPr>
        <p:spPr>
          <a:xfrm>
            <a:off x="3383280" y="4599305"/>
            <a:ext cx="594360" cy="385445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4626610"/>
            <a:ext cx="594360" cy="375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0560" y="434340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0" y="4343400"/>
            <a:ext cx="6400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Chatbot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51" name="Oval 50"/>
          <p:cNvSpPr/>
          <p:nvPr/>
        </p:nvSpPr>
        <p:spPr>
          <a:xfrm>
            <a:off x="7178040" y="4599305"/>
            <a:ext cx="594360" cy="386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4626864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5320" y="4343400"/>
            <a:ext cx="3429000" cy="11430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75320" y="434340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Authentication &amp; Profile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Integrated as a dedicated SmartAI Studio tool.</a:t>
            </a:r>
          </a:p>
        </p:txBody>
      </p:sp>
      <p:sp>
        <p:nvSpPr>
          <p:cNvPr id="57" name="Oval 56"/>
          <p:cNvSpPr/>
          <p:nvPr/>
        </p:nvSpPr>
        <p:spPr>
          <a:xfrm>
            <a:off x="10972800" y="4599305"/>
            <a:ext cx="594360" cy="33401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72800" y="4626610"/>
            <a:ext cx="594360" cy="3575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Python</a:t>
            </a:r>
            <a:br/>
            <a:r>
              <a:t>Django</a:t>
            </a:r>
            <a:br/>
            <a:r>
              <a:t>Django Authentication</a:t>
            </a:r>
            <a:br/>
            <a:r>
              <a:t>Django Allauth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4389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HTML5</a:t>
            </a:r>
            <a:br/>
            <a:r>
              <a:t>CSS3</a:t>
            </a:r>
            <a:br/>
            <a:r>
              <a:t>JavaScript</a:t>
            </a:r>
            <a:br/>
            <a:r>
              <a:t>Font Awesome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325880"/>
            <a:ext cx="64008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9047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/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84248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Google Gemini / Generative AI</a:t>
            </a:r>
            <a:br/>
            <a:r>
              <a:t>Magic Hour API</a:t>
            </a:r>
            <a:br/>
            <a:r>
              <a:t>Google Text-to-Speech (gTTS)</a:t>
            </a:r>
            <a:br/>
            <a:r>
              <a:t>Python-docx • ReportLab • Pillow</a:t>
            </a:r>
            <a:br/>
            <a:r>
              <a:t>SQLite3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High-level flow of SmartAI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19456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9144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178308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Browser / Web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417320"/>
            <a:ext cx="274320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1417320"/>
            <a:ext cx="6400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0810" y="149047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Django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3180" y="1871980"/>
            <a:ext cx="2352040" cy="4895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URLs • Views • Authentication •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17320"/>
            <a:ext cx="283464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417320"/>
            <a:ext cx="64008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819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75688"/>
            <a:ext cx="24231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Gemini • Magic Hour • gTTS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154680"/>
            <a:ext cx="274320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3154680"/>
            <a:ext cx="64008" cy="9144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154807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Python Libraries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0810" y="3584575"/>
            <a:ext cx="2331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Document generation • Image / audio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154680"/>
            <a:ext cx="283464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54680"/>
            <a:ext cx="6400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31927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813048"/>
            <a:ext cx="24231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SQLite3 • Application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892040"/>
            <a:ext cx="2743200" cy="9144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03320" y="4892040"/>
            <a:ext cx="64008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4892166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Generated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260340"/>
            <a:ext cx="2331720" cy="501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Text • Audio • Image • Video • Resume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26080" y="1874519"/>
            <a:ext cx="777240" cy="0"/>
          </a:xfrm>
          <a:prstGeom prst="line">
            <a:avLst/>
          </a:prstGeom>
          <a:ln w="25400">
            <a:solidFill>
              <a:srgbClr val="9F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46520" y="1874519"/>
            <a:ext cx="868680" cy="0"/>
          </a:xfrm>
          <a:prstGeom prst="line">
            <a:avLst/>
          </a:prstGeom>
          <a:ln w="25400">
            <a:solidFill>
              <a:srgbClr val="9F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74920" y="2331720"/>
            <a:ext cx="0" cy="822960"/>
          </a:xfrm>
          <a:prstGeom prst="line">
            <a:avLst/>
          </a:prstGeom>
          <a:ln w="25400">
            <a:solidFill>
              <a:srgbClr val="9F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46520" y="3611880"/>
            <a:ext cx="868680" cy="0"/>
          </a:xfrm>
          <a:prstGeom prst="line">
            <a:avLst/>
          </a:prstGeom>
          <a:ln w="25400">
            <a:solidFill>
              <a:srgbClr val="9F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74920" y="4069080"/>
            <a:ext cx="0" cy="822960"/>
          </a:xfrm>
          <a:prstGeom prst="line">
            <a:avLst/>
          </a:prstGeom>
          <a:ln w="25400">
            <a:solidFill>
              <a:srgbClr val="9F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&amp; API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External services power specialized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4389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Google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Used for configured generative AI capabilities such as AI text generation and chatbot responses.</a:t>
            </a:r>
            <a:br/>
            <a:br/>
            <a:r>
              <a:t>API credentials are stored through environment variables.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4008" cy="4389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Magic Hour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7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Used by the AI Video Generator.</a:t>
            </a:r>
            <a:br/>
            <a:br/>
            <a:r>
              <a:t>User prompts are sent to the configured service and the generated video is processed/displayed in the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474720" cy="438912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64008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Python 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29967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gTTS supports text-to-speech.</a:t>
            </a:r>
            <a:br/>
            <a:br/>
            <a:r>
              <a:t>python-docx and ReportLab support document/resume generation.</a:t>
            </a:r>
            <a:br/>
            <a:br/>
            <a:r>
              <a:t>Pillow supports image-related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From authentication to AI-generated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43560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Register / Login</a:t>
            </a:r>
          </a:p>
        </p:txBody>
      </p:sp>
      <p:sp>
        <p:nvSpPr>
          <p:cNvPr id="8" name="Oval 7"/>
          <p:cNvSpPr/>
          <p:nvPr/>
        </p:nvSpPr>
        <p:spPr>
          <a:xfrm>
            <a:off x="3520440" y="1417320"/>
            <a:ext cx="594360" cy="59436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44752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43560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Open SmartAI Studio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417320"/>
            <a:ext cx="594360" cy="59436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44752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43560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Select an AI Tool</a:t>
            </a:r>
          </a:p>
        </p:txBody>
      </p:sp>
      <p:sp>
        <p:nvSpPr>
          <p:cNvPr id="14" name="Oval 13"/>
          <p:cNvSpPr/>
          <p:nvPr/>
        </p:nvSpPr>
        <p:spPr>
          <a:xfrm>
            <a:off x="9189720" y="1417320"/>
            <a:ext cx="594360" cy="59436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444752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495" y="1435735"/>
            <a:ext cx="2103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Enter Prompt / Upload Input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4747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02151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3493135"/>
            <a:ext cx="206819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Django Processes Request</a:t>
            </a:r>
          </a:p>
        </p:txBody>
      </p:sp>
      <p:sp>
        <p:nvSpPr>
          <p:cNvPr id="20" name="Oval 19"/>
          <p:cNvSpPr/>
          <p:nvPr/>
        </p:nvSpPr>
        <p:spPr>
          <a:xfrm>
            <a:off x="3520440" y="34747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502151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49300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AI API / Library Executes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4747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502151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49300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Result Returned</a:t>
            </a:r>
          </a:p>
        </p:txBody>
      </p:sp>
      <p:sp>
        <p:nvSpPr>
          <p:cNvPr id="26" name="Oval 25"/>
          <p:cNvSpPr/>
          <p:nvPr/>
        </p:nvSpPr>
        <p:spPr>
          <a:xfrm>
            <a:off x="9189720" y="34747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502151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1B33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910" y="3493135"/>
            <a:ext cx="208470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Result Displayed to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Keeping credentials and local files separate from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76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API keys are stored in environment variables through a local .env file.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The .env file is excluded from version control using .gitignore.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The Python virtual environment is not committed to GitHub.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SQLite database and user-uploaded media are treated as local runtime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files.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A new developer can recreate the environment using requirements.txt </a:t>
            </a:r>
          </a:p>
          <a:p>
            <a:pPr>
              <a:spcAft>
                <a:spcPts val="1100"/>
              </a:spcAft>
              <a:defRPr sz="1700" b="0">
                <a:solidFill>
                  <a:srgbClr val="FFFFFF"/>
                </a:solidFill>
              </a:defRPr>
            </a:pPr>
            <a:r>
              <a:t>and the documented setup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3840480" cy="356616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64008" cy="3566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8191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Example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92833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GEMINI_API_KEY=your_key</a:t>
            </a:r>
            <a:br/>
            <a:r>
              <a:t>MAGIC_HOUR_API_KEY=your_key</a:t>
            </a:r>
            <a:br/>
            <a:br/>
            <a:r>
              <a:t>Never commit real API keys to GitHub.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Installation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FC9FF"/>
                </a:solidFill>
              </a:defRPr>
            </a:pPr>
            <a:r>
              <a:t>Basic steps to run the project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1. Clone the GitHub repository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2. Create and activate a Python virtual environment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3. Install dependencies from requirements.txt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4. Create .env and configure required API keys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5. Run Django migrations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6. Create a superuser if admin access is required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7. Start the server with python manage.py runserver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3886200" cy="411480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64008" cy="4114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8191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Run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75688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python -m venv venv</a:t>
            </a:r>
            <a:br/>
            <a:r>
              <a:t>venv\Scripts\activate</a:t>
            </a:r>
            <a:br/>
            <a:r>
              <a:t>pip install -r requirements.txt</a:t>
            </a:r>
            <a:br/>
            <a:r>
              <a:t>python manage.py migrate</a:t>
            </a:r>
            <a:br/>
            <a:r>
              <a:t>python manage.py runserver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Benefits &amp;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74720" cy="420624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42062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One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Multiple AI capabilities are accessible through a single application and common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20624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64008" cy="4206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29967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Useful for content creation, speech conversion, media generation, resumes, translation, and conversational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474720" cy="4206240"/>
          </a:xfrm>
          <a:prstGeom prst="roundRect">
            <a:avLst/>
          </a:prstGeom>
          <a:solidFill>
            <a:srgbClr val="102B52"/>
          </a:solidFill>
          <a:ln>
            <a:solidFill>
              <a:srgbClr val="2D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371600"/>
            <a:ext cx="64008" cy="4206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Extensible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29967"/>
            <a:ext cx="306323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CBD5E1"/>
                </a:solidFill>
              </a:defRPr>
            </a:pPr>
            <a:r>
              <a:t>The Django structure makes it possible to add more AI tools, APIs, templates, analytics, and production services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Improve AI-generated content quality and consistency.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Add more AI-powered tools and integrations.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Improve chatbot conversation history and personalization.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Introduce advanced resume templates.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Expand translation language support.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Improve video generation workflow and user feedback.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Add user activity analytics and cloud storage.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Deploy the platform to a production server with scalable infrastructure.</a:t>
            </a:r>
          </a:p>
          <a:p>
            <a:pPr>
              <a:spcAft>
                <a:spcPts val="1100"/>
              </a:spcAft>
              <a:defRPr sz="1600" b="0">
                <a:solidFill>
                  <a:srgbClr val="FFFFFF"/>
                </a:solidFill>
              </a:defRPr>
            </a:pPr>
            <a:r>
              <a:t>Continue improving UI/UX and responsive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FC9FF"/>
                </a:solidFill>
              </a:defRPr>
            </a:pPr>
            <a:r>
              <a:t>SmartAI Studio demonstrates how a Django-based web application can bring multiple AI capabilities together into one practical, user-friendly platform.</a:t>
            </a:r>
          </a:p>
          <a:p>
            <a:pPr>
              <a:spcBef>
                <a:spcPts val="1600"/>
              </a:spcBef>
              <a:defRPr sz="1700">
                <a:solidFill>
                  <a:srgbClr val="CBD5E1"/>
                </a:solidFill>
              </a:defRPr>
            </a:pPr>
            <a:r>
              <a:t>The project combines web development, AI APIs, Python libraries, authentication, and document/media generation in a single academic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83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96B4"/>
                </a:solidFill>
              </a:defRPr>
            </a:pPr>
            <a:r>
              <a:t>SmartAI Studio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5614</Words>
  <Application>WPS Presentation</Application>
  <PresentationFormat>On-screen Show (4:3)</PresentationFormat>
  <Paragraphs>272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Shrutika Bartakke</cp:lastModifiedBy>
  <cp:revision>4</cp:revision>
  <dcterms:created xsi:type="dcterms:W3CDTF">2013-01-27T09:14:00Z</dcterms:created>
  <dcterms:modified xsi:type="dcterms:W3CDTF">2026-08-11T11:35:59Z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30DDB567D8C144298DBCB3D8BC58DD08_13</vt:lpwstr>
  </property>
</Properties>
</file>